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400" b="1">
                <a:solidFill>
                  <a:srgbClr val="06B6D4"/>
                </a:solidFill>
              </a:defRPr>
            </a:pPr>
            <a:r>
              <a:t>LAPORAN PROGRESS PROYEK</a:t>
            </a:r>
          </a:p>
          <a:p>
            <a:pPr algn="ctr">
              <a:spcAft>
                <a:spcPts val="1500"/>
              </a:spcAft>
              <a:defRPr sz="4800" b="1">
                <a:solidFill>
                  <a:srgbClr val="2563EB"/>
                </a:solidFill>
              </a:defRPr>
            </a:pPr>
            <a:r>
              <a:t>SCINetwork</a:t>
            </a:r>
          </a:p>
          <a:p>
            <a:pPr algn="ctr">
              <a:spcAft>
                <a:spcPts val="2500"/>
              </a:spcAft>
              <a:defRPr sz="1800">
                <a:solidFill>
                  <a:srgbClr val="94A3B8"/>
                </a:solidFill>
              </a:defRPr>
            </a:pPr>
            <a:r>
              <a:t>Implementasi Sistem Monitoring dan Deteksi Dini Gangguan Jaringan di Lingkungan Kantor Syntax</a:t>
            </a:r>
          </a:p>
          <a:p>
            <a:pPr algn="ctr">
              <a:defRPr sz="1200">
                <a:solidFill>
                  <a:srgbClr val="F1F5F9"/>
                </a:solidFill>
              </a:defRPr>
            </a:pPr>
            <a:r>
              <a:t>Tanggal: 24 Juli 2026   |   Metode: Design Science Research (DSR)   |   Instansi: Kantor Syntax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A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Deskripsi Proyek &amp; Stakeholder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Identitas Proyek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Nama Proyek: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SCINetwork – Sistem Monitoring &amp; Deteksi Dini Gangguan Jaringan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Tujuan Utama: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Membangun dashboard monitoring jaringan real-time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Mendeteksi gangguan secara proaktif melalui alert otomatis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Deteksi anomali berbasis ML (Isolation Forest)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Mengubah pola penanganan gangguan dari reaktif ke proaktif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Instansi &amp; Lingkungan: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Kantor Syntax (Digunakan lintas divisi: Marketing, IT, HR, Keuangan, Operasional, Direksi)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User &amp; Stakeholder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Admin IT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Mengelola user, perangkat, log jaringan, dan konfigurasi sistem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Teknisi IT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Memantau kesehatan perangkat, network tools, dan tindak lanjut alert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Direksi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Melihat ringkasan kondisi jaringan, tren gangguan, dan SLA IT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4. Head Divisi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Melihat status jaringan pada divisi/unit kerja masing-masing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5. Talent (Pengguna Lintas Divisi)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Mengirim feedback / keluhan masalah jaringan secara resmi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B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Persentase Progress Proyek (85%)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PROGRESS KESELURUHAN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85% (Selesai Inti)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MODUL FIXED (SELESAI)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9 Modul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ON-PROGRESS / EVALUASI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 Modul Tahap Akhir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✅ Bagian Fixed (Selesai)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Backend API (Go Fiber v2) + Auth JWT &amp; RBAC 5-Role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Database MySQL (Data operasional &amp; perangkat)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Database ClickHouse (Time-series log monitoring)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Monitoring Engine: Ping/ICMP, SNMP v1/v2c/v3, HTTP Checker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Scheduler Pemantauan Otomatis &amp; Alerting Threshold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Browser Push Notification (Web Push VAPID)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Modul Feedback / Keluhan Talent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Sidecar Machine Learning Isolation Forest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🔄 Bagian On-Progress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Pengujian Fungsional Lengkap (10 Skenario FT)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UAT (User Acceptance Test) Kuesioner Penerimaan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Kalibrasi Threshold berdasarkan observasi data real 1-2 minggu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Penataan Dokumentasi API &amp; Laporan Akhir Proyek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Status Proyek: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Seluruh fitur inti aplikasi telah 100% selesai dikembangkan. Saat ini fokus pada tahap pengujian &amp; evaluasi.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C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Metodologi Pengembangan (DSR)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Design Science Research (DSR)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Metode Ilmiah yang Digunakan: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Design Science Research (DSR)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Alasan Ilmiah Memilih DSR: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Berfokus pada Perancangan Artefak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Penelitian ini bertujuan menciptakan produk teknologi (software) sebagai artefak solusi atas masalah nyata.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Penyelesaian Design Problem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Masalah keterlambatan deteksi jaringan membutuhkan inovasi sistem informasi terintegrasi.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Evaluasi Ganda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Mengombinasikan pengujian metrik teknis (kecepatan, akurasi) dan penerimaan pengguna (UAT).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4. Struktur 6 Tahap Rigor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Menjamin kelayakan akademik dan kepraktisan operasional.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6 Tahap DSR &amp; Implementasi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Identifikasi Masalah &amp; Motivasi (Selesai)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Penetapan Tujuan Solusi (Selesai)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Desain &amp; Pengembangan Artefak (Selesai)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(Backend Go, React Frontend, DB &amp; ML Sidecar)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4. Demonstrasi System (Selesai)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5. Evaluasi Artefak (SAAT INI / ON-PROGRESS)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(Pengujian Fungsional, Metrik Teknis &amp; UAT)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6. Komunikasi Hasil (On-Progress)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(Penyusunan Laporan &amp; Presentasi Final)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D &amp; E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Tracking Tahapan (Posisi Tahap 5: Evaluasi)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Status Tahapan DSR Proyek SCINetwork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Catatan Metode: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Proyek menggunakan Design Science Research (DSR). Saat ini posisi proyek berada pada Tahap 5: Evaluasi.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Bukti Capaian Tahap 3 (Desain &amp; Coding):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Backend: 9 Handler Files, 6 Service Modules, Repository Layer Go Fiber (40+ Endpoints)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Frontend: 13 Route Pages (Dashboard, Devices, Alerts, Logs, Feedbacks, Users, Tools)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Databases: MySQL (5 Tabel Operasional) + ClickHouse (1 Tabel Logs + 2 Views)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ML Module: Script Training Isolation Forest (588 baris) + Sidecar FastAPI (239 baris)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Bukti Capaian Tahap 5 (Evaluasi - Saat Ini):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Telah merancang 10 Skenario Pengujian Fungsional (FT-01 s.d. FT-10)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Memetakan 8 Metrik Teknis (Time to Detect, Alert Accuracy, Log Completeness, Load Time)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Menyusun Kuesioner Penerimaan Pengguna UAT (10 Butir Teknisi &amp; 5 Butir Talent)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F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Capaian Fitur Berhasil (Fitur Fixed)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Fitur Backend &amp; System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Auth &amp; RBAC 5-Role (Admin, Atasan, Teknisi, Staff, Karyawan)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Monitoring Engine Terpadu (Ping ICMP, SNMP, HTTP Checker)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Scheduler Monitoring Otomatis dengan per-device interval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Alerting Engine (Severity levels, status ack/resolve &amp; notes)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Browser Push Notification menggunakan Web Push VAPID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High-Performance Network Logging pada ClickHouse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Local Interface Monitor (Pemeriksaan interface server lokal)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Storage Statistics (Monitoring sisa ruang DB MySQL &amp; ClickHouse)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Fitur Frontend &amp; Machine Learning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Dashboard Overview Real-time (Chart latency, loss, availability)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Device Management (CRUD &amp; konfigurasi threshold per-device)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Alert Management (Filter, status update, acknowledge &amp; resolution)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Network Log Viewer (Paginasi &amp; filter histori log)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Network Tools UI (Ping manual, SNMP query, HTTP request test)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Kanal Feedback / Keluhan Talent (Pengajuan &amp; tindak lanjut IT)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User Management (Pengelolaan akun &amp; peranan)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ML Sidecar: Isolation Forest scoring real-time &amp; daily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G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Kendala Fitur Tertunda &amp;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Fitur Belum Selesai &amp; Target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Pengujian Fungsional Real Environment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Bottleneck: Perlu simulasi gangguan di server jaringan kantor.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Target Penyelesaian: Minggu ke-7.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UAT &amp; Kuesioner Penerimaan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Bottleneck: Menunggu deployment penuh di server IT kantor.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Target Penyelesaian: Minggu ke-7 - Minggu ke-8.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Kalibrasi Threshold Alert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Bottleneck: Membutuhkan data observasi 1-2 minggu.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Target Penyelesaian: Minggu ke-7.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4. Dokumentasi API &amp; Laporan Akhir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Target Penyelesaian: Minggu ke-8.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Analisis Penyebab (Bottleneck)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Keterbatasan Environment Uji Real: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Pengujian akhir memerlukan akses langsung ke infrastruktur jaringan fisik Kantor Syntax agar data latency dan packet loss mencerminkan kondisi lapangan.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Data Historis ML Initial Phase: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Model Machine Learning memerlukan akumulasi log beberapa hari untuk meningkatkan akurasi scoring anomali.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Jadwal Stakeholder: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Penjadwalan pengisian kuesioner UAT bagi teknisi dan talent lintas divisi.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H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Manajemen Perubahan Requirement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Perubahan Requirement &amp; Penyesuaian Arsitektur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Penambahan Konfigurasi Interval Per-Device: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Requirement Awal: Interval check seragam untuk seluruh perangkat.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Perubahan: Klien meminta interval ping, SNMP, dan HTTP dapat diatur berbeda per perangkat.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Penyesuaian Arsitektur: Modifikasi skema MySQL (ALTER TABLE devices) dan merombak Scheduler Go agar menjalankan goroutine terpisah sesuai interval masing-masing.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Penambahan Modul Local Interface Monitoring: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Perubahan: Masukan pembimbing untuk memantau status fisik interface jaringan lokal server.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Penyesuaian Arsitektur: Menambahkan service `interface.go`, handler baru, dan endpoint `/api/network/interfaces`.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Pengayaan Metrik Log pada ClickHouse: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Perubahan: Penambahan kolom CPU, Memory, dan Bandwidth pada log untuk kebutuhan ML.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Penyesuaian Arsitektur: Migrasi skema ClickHouse (`network_logs`) dan pembaharuan feature vector pada pipeline Isolation Forest.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I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Identifikasi Masalah &amp; Kendala Utama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Kendala Utama yang Dihadapi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Teknis Pemrograman - ICMP Privilege: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Pengiriman paket ICMP ping pada Linux membutuhkan privileges `CAP_NET_RAW`. Solusi: Mengatur capability pada Docker Compose (`cap_add: NET_RAW`).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Teknis Perangkat - SNMP Readiness: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Beberapa switch/router belum mengaktifkan SNMP community string secara default. Solusi: Membuat fallback otomatis ke Ping/HTTP check.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Keterbatasan Data - Training ML Awal: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Data historis awal belum memadai untuk Isolation Forest. Solusi: Menggunakan data simulasi awal dan mekanisme daily re-training otomatis.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Kategori &amp; Strategi Solusi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Kategori Dominan Kendala: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Teknis Pemrograman &amp; Integrasi Infrastructure.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Strategi Solusi yang Diterapkan: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Containerization (Docker Compose) untuk menyelaraskan environment development dan production.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Decoupled Architecture: Memisahkan service backend (Go) dan ML Sidecar (Python) via HTTP REST API sehingga masalah pada ML tidak mengganggu fungsi monitoring inti.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Dual-Database Pattern: MySQL untuk reliabilitas transaksi data dan ClickHouse untuk efisiensi penulisan log berkecepatan tinggi.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POIN J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Rencana Aksi &amp; Target Penyelesaian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Prioritas Kerja &amp; Timeline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Prioritas P0 (Minggu ke-7 / Hari 1-3):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Deployment Docker Compose di Server IT Kantor Syntax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Pengujian Fungsional Real Environment (FT-01 s.d FT-10)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Prioritas P1 (Minggu ke-7 / Hari 4-7):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Kalibrasi threshold alert berdasarkan data observasi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Re-training model Isolation Forest dengan data real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Prioritas P2 (Minggu ke-8 / Hari 8-12):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Pelaksanaan UAT dan pengisian kuesioner stakeholder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 • Finalisasi Dokumentasi API &amp; Penyusunan Laporan Akhir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Kriteria Keberhasilan Target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Target Terukur Masa Pengujian: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Kecepatan Deteksi (Time to Detect): ≤ 1 Interval Scheduler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Akurasi Alert Threshold: ≥ 90% Kesesuaian Skenario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Kelengkapan Log: ≥ 95% Record Tersimpan di ClickHouse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Load Time Dashboard Overview: ≤ 3 Detik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Skor UAT Stakeholder: Minimal 4.0 dari Skala 5.0 (Diterima)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Anomaly Detection Rate ML: ≥ 80% Skenario Ekstrem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Estimasi Selesai Total: 2 Minggu Ke Depan (On-Schedule).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LAMPIRAN</a:t>
            </a:r>
          </a:p>
          <a:p>
            <a:pPr>
              <a:defRPr sz="2400" b="1">
                <a:solidFill>
                  <a:srgbClr val="F1F5F9"/>
                </a:solidFill>
              </a:defRPr>
            </a:pPr>
            <a:r>
              <a:t>Arsitektur Sistem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Komponen Teknologi (Tech Stack)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Frontend Layer: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React 19, TanStack Router &amp; Query, Vite 7, TailwindCSS 4, Recharts, Radix UI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Backend Core Services: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Go 1.22, Fiber v2 framework, JWT, GoSNMP, WebPush-Go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Database Layer: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MySQL 8.0 (Operational Data) &amp; ClickHouse 24.3 (Time-series Network Logs)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Machine Learning Engine: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Python 3, Scikit-learn (Isolation Forest), FastAPI Sidecar, Pandas, Joblib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Infrastructure: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  Docker &amp; Docker Compose Multi-container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Struktur Data &amp; Alur Monitoring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Alur Kerja Sistem: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1. Scheduler Go secara berkala memicu runner Ping, SNMP, atau HTTP.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2. Hasil pengecekan ditulis sekaligus ke MySQL (status perangkat) dan ClickHouse (log histori).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3. Jika metrik melewati threshold, Alert Engine membuat alert &amp; memicu Browser Push Notification.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4. Log di ClickHouse dikirim ke Python ML Sidecar untuk pemberian anomaly score.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5. React Dashboard memuat data real-time via REST API dengan waktu respon cepat.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2563EB"/>
                </a:solidFill>
              </a:defRPr>
            </a:pPr>
            <a:r>
              <a:t>TERIMA KASIH</a:t>
            </a:r>
          </a:p>
          <a:p>
            <a:pPr algn="ctr">
              <a:spcAft>
                <a:spcPts val="1500"/>
              </a:spcAft>
              <a:defRPr sz="1800">
                <a:solidFill>
                  <a:srgbClr val="F1F5F9"/>
                </a:solidFill>
              </a:defRPr>
            </a:pPr>
            <a:r>
              <a:t>Proyek SCINetwork Siap Dipertahankan pada Sesi Wawancara Evaluasi Progress.</a:t>
            </a:r>
          </a:p>
          <a:p>
            <a:pPr algn="ctr">
              <a:defRPr sz="1400">
                <a:solidFill>
                  <a:srgbClr val="06B6D4"/>
                </a:solidFill>
              </a:defRPr>
            </a:pPr>
            <a:r>
              <a:t>Status: 85% Completed  |  Fokus Saat Ini: Tahap 5 Evaluasi &amp; UAT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